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04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yourself, the project title, and explain that the goal was to create an interactive hotel analytics dashboard using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business problem and how the dashboard helps hotel management make informed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each Excel feature and why you used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slicers, timeline, KPI cards, charts, Refresh and Reset buttons. Mention how charts update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Data Validation, dependent drop-downs, INDEX+MATCH, SUMPRODUCT, conditional formatting and comparison of filtered vs overall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workflow from user selection to business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recommendations to the charts and KPIs shown in your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your technical and analytical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3072" y="2908169"/>
            <a:ext cx="91151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800" b="1">
                <a:solidFill>
                  <a:srgbClr val="09204D"/>
                </a:solidFill>
              </a:defRPr>
            </a:pPr>
            <a:r>
              <a:rPr sz="3600" dirty="0"/>
              <a:t>Hotel Revenue &amp; Booking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884234" y="3532695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39634" y="4760536"/>
            <a:ext cx="312412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Individual Excel Project</a:t>
            </a:r>
          </a:p>
          <a:p>
            <a:pPr>
              <a:defRPr sz="2200"/>
            </a:pPr>
            <a:r>
              <a:rPr dirty="0"/>
              <a:t>Presented by: Meera Jose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Analyze reservation and guest data.</a:t>
            </a:r>
          </a:p>
          <a:p>
            <a:pPr>
              <a:defRPr sz="2200"/>
            </a:pPr>
            <a:r>
              <a:t>• Monitor Revenue, ADR, Reservations and Satisfaction.</a:t>
            </a:r>
          </a:p>
          <a:p>
            <a:pPr>
              <a:defRPr sz="2200"/>
            </a:pPr>
            <a:r>
              <a:t>• Provide decision-support through interactive dashboards.</a:t>
            </a:r>
          </a:p>
          <a:p>
            <a:pPr>
              <a:defRPr sz="2200"/>
            </a:pPr>
            <a:r>
              <a:t>• Demonstrate advanced Excel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Excel Features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167598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Pivot Tables &amp; Charts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Slicers &amp; Timeline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Navigation Buttons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VBA Macros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Data Validation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200" dirty="0"/>
              <a:t>Dependent Drop-down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200" dirty="0"/>
              <a:t>INDEX + MATCH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200" dirty="0"/>
              <a:t>SUMPRODUCT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200" dirty="0"/>
              <a:t>Conditional Formatting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9602e05f-25f0-4f16-9e6b-89d53fffb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6766560" cy="5664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914400"/>
            <a:ext cx="2281971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000"/>
            </a:pPr>
            <a:r>
              <a:rPr dirty="0"/>
              <a:t>Interactive features:</a:t>
            </a:r>
          </a:p>
          <a:p>
            <a:pPr>
              <a:defRPr sz="2000"/>
            </a:pPr>
            <a:r>
              <a:rPr dirty="0"/>
              <a:t>• KPI Cards</a:t>
            </a:r>
          </a:p>
          <a:p>
            <a:pPr>
              <a:defRPr sz="2000"/>
            </a:pPr>
            <a:r>
              <a:rPr dirty="0"/>
              <a:t>• Revenue Analysis</a:t>
            </a:r>
          </a:p>
          <a:p>
            <a:pPr>
              <a:defRPr sz="2000"/>
            </a:pPr>
            <a:r>
              <a:rPr dirty="0"/>
              <a:t>• Slicers &amp; Timeline</a:t>
            </a:r>
          </a:p>
          <a:p>
            <a:pPr>
              <a:defRPr sz="2000"/>
            </a:pPr>
            <a:r>
              <a:rPr dirty="0"/>
              <a:t>• Dynamic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Formula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9a4446b4-64a1-46c5-88a2-f2073c53b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33254"/>
            <a:ext cx="6766560" cy="2821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933254"/>
            <a:ext cx="2775183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Formula features:</a:t>
            </a:r>
          </a:p>
          <a:p>
            <a:pPr algn="just">
              <a:defRPr sz="2000"/>
            </a:pPr>
            <a:r>
              <a:rPr dirty="0"/>
              <a:t>• Dynamic Selection</a:t>
            </a:r>
          </a:p>
          <a:p>
            <a:pPr>
              <a:defRPr sz="2000"/>
            </a:pPr>
            <a:r>
              <a:rPr dirty="0"/>
              <a:t>• Formula-driven KPIs</a:t>
            </a:r>
          </a:p>
          <a:p>
            <a:pPr>
              <a:defRPr sz="2000"/>
            </a:pPr>
            <a:r>
              <a:rPr dirty="0"/>
              <a:t>• Conditional Formatting</a:t>
            </a:r>
          </a:p>
          <a:p>
            <a:pPr>
              <a:defRPr sz="2000"/>
            </a:pPr>
            <a:r>
              <a:rPr dirty="0"/>
              <a:t>• Performance Rating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Dashboard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User selects Category</a:t>
            </a:r>
          </a:p>
          <a:p>
            <a:pPr>
              <a:defRPr sz="2200"/>
            </a:pPr>
            <a:r>
              <a:t>• Dependent Value updates</a:t>
            </a:r>
          </a:p>
          <a:p>
            <a:pPr>
              <a:defRPr sz="2200"/>
            </a:pPr>
            <a:r>
              <a:t>• Formulas/PivotTables recalculate</a:t>
            </a:r>
          </a:p>
          <a:p>
            <a:pPr>
              <a:defRPr sz="2200"/>
            </a:pPr>
            <a:r>
              <a:t>• KPIs &amp; Charts refresh</a:t>
            </a:r>
          </a:p>
          <a:p>
            <a:pPr>
              <a:defRPr sz="2200"/>
            </a:pPr>
            <a:r>
              <a:t>• Management gains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770537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Increase direct bookings.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Promote premium room categories.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Improve low-rated room categories.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200"/>
            </a:pPr>
            <a:r>
              <a:rPr dirty="0"/>
              <a:t>Strengthen loyalty </a:t>
            </a:r>
            <a:r>
              <a:rPr dirty="0" err="1"/>
              <a:t>programme</a:t>
            </a:r>
            <a:r>
              <a:rPr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Use dynamic pricing to improve ADR.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GB" dirty="0"/>
              <a:t>Target high-value customers.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04D"/>
                </a:solidFill>
              </a:defRPr>
            </a:pPr>
            <a:r>
              <a:t>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Built executive-style dashboards.</a:t>
            </a:r>
          </a:p>
          <a:p>
            <a:pPr>
              <a:defRPr sz="2200"/>
            </a:pPr>
            <a:r>
              <a:t>• Applied advanced formulas.</a:t>
            </a:r>
          </a:p>
          <a:p>
            <a:pPr>
              <a:defRPr sz="2200"/>
            </a:pPr>
            <a:r>
              <a:t>• Used PivotTables, Slicers and VBA.</a:t>
            </a:r>
          </a:p>
          <a:p>
            <a:pPr>
              <a:defRPr sz="2200"/>
            </a:pPr>
            <a:r>
              <a:t>• Improved business reporting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1519" y="2679537"/>
            <a:ext cx="413542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800" b="1">
                <a:solidFill>
                  <a:srgbClr val="09204D"/>
                </a:solidFill>
              </a:defRPr>
            </a:pPr>
            <a:r>
              <a:rPr sz="7200" dirty="0"/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42832" y="3655243"/>
            <a:ext cx="10972800" cy="25400"/>
          </a:xfrm>
          <a:prstGeom prst="rect">
            <a:avLst/>
          </a:prstGeom>
          <a:solidFill>
            <a:srgbClr val="D6AA00"/>
          </a:solidFill>
          <a:ln>
            <a:solidFill>
              <a:srgbClr val="D6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69</TotalTime>
  <Words>319</Words>
  <Application>Microsoft Office PowerPoint</Application>
  <PresentationFormat>Custom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Meera Jose</cp:lastModifiedBy>
  <cp:revision>4</cp:revision>
  <dcterms:created xsi:type="dcterms:W3CDTF">2013-01-27T09:14:16Z</dcterms:created>
  <dcterms:modified xsi:type="dcterms:W3CDTF">2026-07-16T05:42:16Z</dcterms:modified>
  <cp:category/>
</cp:coreProperties>
</file>